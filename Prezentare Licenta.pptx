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8" r:id="rId5"/>
    <p:sldId id="269" r:id="rId6"/>
    <p:sldId id="270" r:id="rId7"/>
    <p:sldId id="271" r:id="rId8"/>
    <p:sldId id="272" r:id="rId9"/>
    <p:sldId id="273" r:id="rId10"/>
    <p:sldId id="275" r:id="rId11"/>
    <p:sldId id="267" r:id="rId12"/>
  </p:sldIdLst>
  <p:sldSz cx="13004800" cy="9753600"/>
  <p:notesSz cx="6858000" cy="9144000"/>
  <p:defaultTextStyle>
    <a:lvl1pPr algn="ctr" defTabSz="584200">
      <a:defRPr sz="3800">
        <a:latin typeface="Franklin Gothic Book"/>
        <a:ea typeface="Franklin Gothic Book"/>
        <a:cs typeface="Franklin Gothic Book"/>
        <a:sym typeface="Franklin Gothic Book"/>
      </a:defRPr>
    </a:lvl1pPr>
    <a:lvl2pPr indent="228600" algn="ctr" defTabSz="584200">
      <a:defRPr sz="3800">
        <a:latin typeface="Franklin Gothic Book"/>
        <a:ea typeface="Franklin Gothic Book"/>
        <a:cs typeface="Franklin Gothic Book"/>
        <a:sym typeface="Franklin Gothic Book"/>
      </a:defRPr>
    </a:lvl2pPr>
    <a:lvl3pPr indent="457200" algn="ctr" defTabSz="584200">
      <a:defRPr sz="3800">
        <a:latin typeface="Franklin Gothic Book"/>
        <a:ea typeface="Franklin Gothic Book"/>
        <a:cs typeface="Franklin Gothic Book"/>
        <a:sym typeface="Franklin Gothic Book"/>
      </a:defRPr>
    </a:lvl3pPr>
    <a:lvl4pPr indent="685800" algn="ctr" defTabSz="584200">
      <a:defRPr sz="3800">
        <a:latin typeface="Franklin Gothic Book"/>
        <a:ea typeface="Franklin Gothic Book"/>
        <a:cs typeface="Franklin Gothic Book"/>
        <a:sym typeface="Franklin Gothic Book"/>
      </a:defRPr>
    </a:lvl4pPr>
    <a:lvl5pPr indent="914400" algn="ctr" defTabSz="584200">
      <a:defRPr sz="3800">
        <a:latin typeface="Franklin Gothic Book"/>
        <a:ea typeface="Franklin Gothic Book"/>
        <a:cs typeface="Franklin Gothic Book"/>
        <a:sym typeface="Franklin Gothic Book"/>
      </a:defRPr>
    </a:lvl5pPr>
    <a:lvl6pPr indent="1143000" algn="ctr" defTabSz="584200">
      <a:defRPr sz="3800">
        <a:latin typeface="Franklin Gothic Book"/>
        <a:ea typeface="Franklin Gothic Book"/>
        <a:cs typeface="Franklin Gothic Book"/>
        <a:sym typeface="Franklin Gothic Book"/>
      </a:defRPr>
    </a:lvl6pPr>
    <a:lvl7pPr indent="1371600" algn="ctr" defTabSz="584200">
      <a:defRPr sz="3800">
        <a:latin typeface="Franklin Gothic Book"/>
        <a:ea typeface="Franklin Gothic Book"/>
        <a:cs typeface="Franklin Gothic Book"/>
        <a:sym typeface="Franklin Gothic Book"/>
      </a:defRPr>
    </a:lvl7pPr>
    <a:lvl8pPr indent="1600200" algn="ctr" defTabSz="584200">
      <a:defRPr sz="3800">
        <a:latin typeface="Franklin Gothic Book"/>
        <a:ea typeface="Franklin Gothic Book"/>
        <a:cs typeface="Franklin Gothic Book"/>
        <a:sym typeface="Franklin Gothic Book"/>
      </a:defRPr>
    </a:lvl8pPr>
    <a:lvl9pPr indent="1828800" algn="ctr" defTabSz="584200">
      <a:defRPr sz="3800">
        <a:latin typeface="Franklin Gothic Book"/>
        <a:ea typeface="Franklin Gothic Book"/>
        <a:cs typeface="Franklin Gothic Book"/>
        <a:sym typeface="Franklin Gothic Book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F96BB2-1E48-4993-8546-599CD192A8EB}" v="2667" dt="2020-06-30T01:59:49.690"/>
    <p1510:client id="{F110433B-395A-49DB-BF58-C04EAE92105B}" v="323" dt="2020-06-30T05:09:45.544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365C0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00882B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55" name="Shape 5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>
            <a:spLocks noGrp="1"/>
          </p:cNvSpPr>
          <p:nvPr>
            <p:ph type="title"/>
          </p:nvPr>
        </p:nvSpPr>
        <p:spPr>
          <a:xfrm>
            <a:off x="2226161" y="3344093"/>
            <a:ext cx="10464801" cy="1582292"/>
          </a:xfrm>
          <a:prstGeom prst="rect">
            <a:avLst/>
          </a:prstGeom>
        </p:spPr>
        <p:txBody>
          <a:bodyPr anchor="b"/>
          <a:lstStyle>
            <a:lvl1pPr algn="r"/>
          </a:lstStyle>
          <a:p>
            <a:pPr lvl="0">
              <a:defRPr sz="1800"/>
            </a:pPr>
            <a:r>
              <a:rPr sz="8000"/>
              <a:t>Title Text</a:t>
            </a:r>
          </a:p>
        </p:txBody>
      </p:sp>
      <p:sp>
        <p:nvSpPr>
          <p:cNvPr id="9" name="Shape 9"/>
          <p:cNvSpPr>
            <a:spLocks noGrp="1"/>
          </p:cNvSpPr>
          <p:nvPr>
            <p:ph type="body" idx="1"/>
          </p:nvPr>
        </p:nvSpPr>
        <p:spPr>
          <a:xfrm>
            <a:off x="2226161" y="5015284"/>
            <a:ext cx="10464801" cy="3479405"/>
          </a:xfrm>
          <a:prstGeom prst="rect">
            <a:avLst/>
          </a:prstGeom>
        </p:spPr>
        <p:txBody>
          <a:bodyPr anchor="t"/>
          <a:lstStyle>
            <a:lvl1pPr marL="0" indent="0" algn="r">
              <a:spcBef>
                <a:spcPts val="0"/>
              </a:spcBef>
              <a:buSzTx/>
              <a:buNone/>
              <a:defRPr sz="4000"/>
            </a:lvl1pPr>
            <a:lvl2pPr marL="0" indent="228600" algn="r">
              <a:spcBef>
                <a:spcPts val="0"/>
              </a:spcBef>
              <a:buSzTx/>
              <a:buNone/>
              <a:defRPr sz="4000"/>
            </a:lvl2pPr>
            <a:lvl3pPr marL="0" indent="457200" algn="r">
              <a:spcBef>
                <a:spcPts val="0"/>
              </a:spcBef>
              <a:buSzTx/>
              <a:buNone/>
              <a:defRPr sz="4000"/>
            </a:lvl3pPr>
            <a:lvl4pPr marL="0" indent="685800" algn="r">
              <a:spcBef>
                <a:spcPts val="0"/>
              </a:spcBef>
              <a:buSzTx/>
              <a:buNone/>
              <a:defRPr sz="4000"/>
            </a:lvl4pPr>
            <a:lvl5pPr marL="0" indent="914400" algn="r">
              <a:spcBef>
                <a:spcPts val="0"/>
              </a:spcBef>
              <a:buSzTx/>
              <a:buNone/>
              <a:defRPr sz="4000"/>
            </a:lvl5pPr>
          </a:lstStyle>
          <a:p>
            <a:pPr lvl="0">
              <a:defRPr sz="1800"/>
            </a:pPr>
            <a:r>
              <a:rPr sz="4000"/>
              <a:t>Body Level One</a:t>
            </a:r>
          </a:p>
          <a:p>
            <a:pPr lvl="1">
              <a:defRPr sz="1800"/>
            </a:pPr>
            <a:r>
              <a:rPr sz="4000"/>
              <a:t>Body Level Two</a:t>
            </a:r>
          </a:p>
          <a:p>
            <a:pPr lvl="2">
              <a:defRPr sz="1800"/>
            </a:pPr>
            <a:r>
              <a:rPr sz="4000"/>
              <a:t>Body Level Three</a:t>
            </a:r>
          </a:p>
          <a:p>
            <a:pPr lvl="3">
              <a:defRPr sz="1800"/>
            </a:pPr>
            <a:r>
              <a:rPr sz="4000"/>
              <a:t>Body Level Four</a:t>
            </a:r>
          </a:p>
          <a:p>
            <a:pPr lvl="4">
              <a:defRPr sz="1800"/>
            </a:pPr>
            <a:r>
              <a:rPr sz="4000"/>
              <a:t>Body Level Five</a:t>
            </a:r>
          </a:p>
        </p:txBody>
      </p:sp>
      <p:pic>
        <p:nvPicPr>
          <p:cNvPr id="10" name="pasted-imag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9105900" y="164734"/>
            <a:ext cx="3585062" cy="1583153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pasted-image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1110279" y="7960122"/>
            <a:ext cx="1580683" cy="158315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Subtitle 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>
            <a:spLocks noGrp="1"/>
          </p:cNvSpPr>
          <p:nvPr>
            <p:ph type="title"/>
          </p:nvPr>
        </p:nvSpPr>
        <p:spPr>
          <a:xfrm>
            <a:off x="1270000" y="3345308"/>
            <a:ext cx="10464800" cy="1582292"/>
          </a:xfrm>
          <a:prstGeom prst="rect">
            <a:avLst/>
          </a:prstGeom>
        </p:spPr>
        <p:txBody>
          <a:bodyPr anchor="b"/>
          <a:lstStyle/>
          <a:p>
            <a:pPr lvl="0">
              <a:defRPr sz="1800"/>
            </a:pPr>
            <a:r>
              <a:rPr sz="8000"/>
              <a:t>Title Text</a:t>
            </a:r>
          </a:p>
        </p:txBody>
      </p:sp>
      <p:sp>
        <p:nvSpPr>
          <p:cNvPr id="14" name="Shape 14"/>
          <p:cNvSpPr>
            <a:spLocks noGrp="1"/>
          </p:cNvSpPr>
          <p:nvPr>
            <p:ph type="body" idx="1"/>
          </p:nvPr>
        </p:nvSpPr>
        <p:spPr>
          <a:xfrm>
            <a:off x="1270000" y="5029200"/>
            <a:ext cx="10464800" cy="3654425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000"/>
            </a:lvl1pPr>
            <a:lvl2pPr marL="0" indent="228600" algn="ctr">
              <a:spcBef>
                <a:spcPts val="0"/>
              </a:spcBef>
              <a:buSzTx/>
              <a:buNone/>
              <a:defRPr sz="4000"/>
            </a:lvl2pPr>
            <a:lvl3pPr marL="0" indent="457200" algn="ctr">
              <a:spcBef>
                <a:spcPts val="0"/>
              </a:spcBef>
              <a:buSzTx/>
              <a:buNone/>
              <a:defRPr sz="4000"/>
            </a:lvl3pPr>
            <a:lvl4pPr marL="0" indent="685800" algn="ctr">
              <a:spcBef>
                <a:spcPts val="0"/>
              </a:spcBef>
              <a:buSzTx/>
              <a:buNone/>
              <a:defRPr sz="4000"/>
            </a:lvl4pPr>
            <a:lvl5pPr marL="0" indent="914400" algn="ctr">
              <a:spcBef>
                <a:spcPts val="0"/>
              </a:spcBef>
              <a:buSzTx/>
              <a:buNone/>
              <a:defRPr sz="4000"/>
            </a:lvl5pPr>
          </a:lstStyle>
          <a:p>
            <a:pPr lvl="0">
              <a:defRPr sz="1800"/>
            </a:pPr>
            <a:r>
              <a:rPr sz="4000"/>
              <a:t>Body Level One</a:t>
            </a:r>
          </a:p>
          <a:p>
            <a:pPr lvl="1">
              <a:defRPr sz="1800"/>
            </a:pPr>
            <a:r>
              <a:rPr sz="4000"/>
              <a:t>Body Level Two</a:t>
            </a:r>
          </a:p>
          <a:p>
            <a:pPr lvl="2">
              <a:defRPr sz="1800"/>
            </a:pPr>
            <a:r>
              <a:rPr sz="4000"/>
              <a:t>Body Level Three</a:t>
            </a:r>
          </a:p>
          <a:p>
            <a:pPr lvl="3">
              <a:defRPr sz="1800"/>
            </a:pPr>
            <a:r>
              <a:rPr sz="4000"/>
              <a:t>Body Level Four</a:t>
            </a:r>
          </a:p>
          <a:p>
            <a:pPr lvl="4">
              <a:defRPr sz="1800"/>
            </a:pPr>
            <a:r>
              <a:rPr sz="4000"/>
              <a:t>Body Level Five</a:t>
            </a:r>
          </a:p>
        </p:txBody>
      </p:sp>
      <p:pic>
        <p:nvPicPr>
          <p:cNvPr id="15" name="pasted-image.tif"/>
          <p:cNvPicPr/>
          <p:nvPr/>
        </p:nvPicPr>
        <p:blipFill>
          <a:blip r:embed="rId2"/>
          <a:stretch>
            <a:fillRect/>
          </a:stretch>
        </p:blipFill>
        <p:spPr>
          <a:xfrm>
            <a:off x="9130579" y="202834"/>
            <a:ext cx="3585062" cy="1583153"/>
          </a:xfrm>
          <a:prstGeom prst="rect">
            <a:avLst/>
          </a:prstGeom>
          <a:ln w="12700">
            <a:miter lim="400000"/>
          </a:ln>
        </p:spPr>
      </p:pic>
      <p:pic>
        <p:nvPicPr>
          <p:cNvPr id="16" name="pasted-image.tif"/>
          <p:cNvPicPr/>
          <p:nvPr/>
        </p:nvPicPr>
        <p:blipFill>
          <a:blip r:embed="rId3"/>
          <a:stretch>
            <a:fillRect/>
          </a:stretch>
        </p:blipFill>
        <p:spPr>
          <a:xfrm>
            <a:off x="289159" y="202834"/>
            <a:ext cx="1580683" cy="158315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>
            <a:spLocks noGrp="1"/>
          </p:cNvSpPr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pPr lvl="0">
              <a:defRPr sz="1800"/>
            </a:pPr>
            <a:r>
              <a:rPr sz="8000"/>
              <a:t>Title Text</a:t>
            </a:r>
          </a:p>
        </p:txBody>
      </p:sp>
      <p:sp>
        <p:nvSpPr>
          <p:cNvPr id="19" name="Shape 19"/>
          <p:cNvSpPr>
            <a:spLocks noGrp="1"/>
          </p:cNvSpPr>
          <p:nvPr>
            <p:ph type="body" idx="1"/>
          </p:nvPr>
        </p:nvSpPr>
        <p:spPr>
          <a:xfrm>
            <a:off x="1270000" y="8191500"/>
            <a:ext cx="10464800" cy="142240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pPr lvl="0">
              <a:defRPr sz="1800"/>
            </a:pPr>
            <a:r>
              <a:rPr sz="3200"/>
              <a:t>Body Level One</a:t>
            </a:r>
          </a:p>
          <a:p>
            <a:pPr lvl="1">
              <a:defRPr sz="1800"/>
            </a:pPr>
            <a:r>
              <a:rPr sz="3200"/>
              <a:t>Body Level Two</a:t>
            </a:r>
          </a:p>
          <a:p>
            <a:pPr lvl="2">
              <a:defRPr sz="1800"/>
            </a:pPr>
            <a:r>
              <a:rPr sz="3200"/>
              <a:t>Body Level Three</a:t>
            </a:r>
          </a:p>
          <a:p>
            <a:pPr lvl="3">
              <a:defRPr sz="1800"/>
            </a:pPr>
            <a:r>
              <a:rPr sz="3200"/>
              <a:t>Body Level Four</a:t>
            </a:r>
          </a:p>
          <a:p>
            <a:pPr lvl="4">
              <a:defRPr sz="1800"/>
            </a:pPr>
            <a:r>
              <a:rPr sz="3200"/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8000"/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>
            <a:spLocks noGrp="1"/>
          </p:cNvSpPr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 lvl="0">
              <a:defRPr sz="1800"/>
            </a:pPr>
            <a:r>
              <a:rPr sz="6000"/>
              <a:t>Title Text</a:t>
            </a:r>
          </a:p>
        </p:txBody>
      </p:sp>
      <p:sp>
        <p:nvSpPr>
          <p:cNvPr id="24" name="Shape 24"/>
          <p:cNvSpPr>
            <a:spLocks noGrp="1"/>
          </p:cNvSpPr>
          <p:nvPr>
            <p:ph type="body" idx="1"/>
          </p:nvPr>
        </p:nvSpPr>
        <p:spPr>
          <a:xfrm>
            <a:off x="952500" y="4762500"/>
            <a:ext cx="5334000" cy="41021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pPr lvl="0">
              <a:defRPr sz="1800"/>
            </a:pPr>
            <a:r>
              <a:rPr sz="3200"/>
              <a:t>Body Level One</a:t>
            </a:r>
          </a:p>
          <a:p>
            <a:pPr lvl="1">
              <a:defRPr sz="1800"/>
            </a:pPr>
            <a:r>
              <a:rPr sz="3200"/>
              <a:t>Body Level Two</a:t>
            </a:r>
          </a:p>
          <a:p>
            <a:pPr lvl="2">
              <a:defRPr sz="1800"/>
            </a:pPr>
            <a:r>
              <a:rPr sz="3200"/>
              <a:t>Body Level Three</a:t>
            </a:r>
          </a:p>
          <a:p>
            <a:pPr lvl="3">
              <a:defRPr sz="1800"/>
            </a:pPr>
            <a:r>
              <a:rPr sz="3200"/>
              <a:t>Body Level Four</a:t>
            </a:r>
          </a:p>
          <a:p>
            <a:pPr lvl="4">
              <a:defRPr sz="1800"/>
            </a:pPr>
            <a:r>
              <a:rPr sz="3200"/>
              <a:t>Body Level Five</a:t>
            </a:r>
          </a:p>
        </p:txBody>
      </p:sp>
      <p:pic>
        <p:nvPicPr>
          <p:cNvPr id="25" name="pasted-image.tif"/>
          <p:cNvPicPr/>
          <p:nvPr/>
        </p:nvPicPr>
        <p:blipFill>
          <a:blip r:embed="rId2"/>
          <a:stretch>
            <a:fillRect/>
          </a:stretch>
        </p:blipFill>
        <p:spPr>
          <a:xfrm>
            <a:off x="12608342" y="9347359"/>
            <a:ext cx="371058" cy="369413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pasted-image.tif"/>
          <p:cNvPicPr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300" y="9307693"/>
            <a:ext cx="13004201" cy="448744"/>
          </a:xfrm>
          <a:prstGeom prst="rect">
            <a:avLst/>
          </a:prstGeom>
          <a:ln w="12700">
            <a:miter lim="400000"/>
          </a:ln>
        </p:spPr>
      </p:pic>
      <p:sp>
        <p:nvSpPr>
          <p:cNvPr id="27" name="Shape 27"/>
          <p:cNvSpPr>
            <a:spLocks noGrp="1"/>
          </p:cNvSpPr>
          <p:nvPr>
            <p:ph type="sldNum" sz="quarter" idx="2"/>
          </p:nvPr>
        </p:nvSpPr>
        <p:spPr>
          <a:xfrm>
            <a:off x="-2303" y="9341565"/>
            <a:ext cx="373709" cy="355601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8000"/>
              <a:t>Title Text</a:t>
            </a:r>
          </a:p>
        </p:txBody>
      </p:sp>
      <p:sp>
        <p:nvSpPr>
          <p:cNvPr id="30" name="Shape 3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8000"/>
              <a:t>Title Text</a:t>
            </a:r>
          </a:p>
        </p:txBody>
      </p:sp>
      <p:sp>
        <p:nvSpPr>
          <p:cNvPr id="33" name="Shape 3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600"/>
              <a:t>Body Level One</a:t>
            </a:r>
          </a:p>
          <a:p>
            <a:pPr lvl="1">
              <a:defRPr sz="1800"/>
            </a:pPr>
            <a:r>
              <a:rPr sz="3600"/>
              <a:t>Body Level Two</a:t>
            </a:r>
          </a:p>
          <a:p>
            <a:pPr lvl="2">
              <a:defRPr sz="1800"/>
            </a:pPr>
            <a:r>
              <a:rPr sz="3600"/>
              <a:t>Body Level Three</a:t>
            </a:r>
          </a:p>
          <a:p>
            <a:pPr lvl="3">
              <a:defRPr sz="1800"/>
            </a:pPr>
            <a:r>
              <a:rPr sz="3600"/>
              <a:t>Body Level Four</a:t>
            </a:r>
          </a:p>
          <a:p>
            <a:pPr lvl="4">
              <a:defRPr sz="1800"/>
            </a:pPr>
            <a:r>
              <a:rPr sz="3600"/>
              <a:t>Body Level Five</a:t>
            </a:r>
          </a:p>
        </p:txBody>
      </p:sp>
      <p:sp>
        <p:nvSpPr>
          <p:cNvPr id="34" name="Shape 3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8000"/>
              <a:t>Title Text</a:t>
            </a:r>
          </a:p>
        </p:txBody>
      </p:sp>
      <p:sp>
        <p:nvSpPr>
          <p:cNvPr id="37" name="Shape 37"/>
          <p:cNvSpPr>
            <a:spLocks noGrp="1"/>
          </p:cNvSpPr>
          <p:nvPr>
            <p:ph type="body" idx="1"/>
          </p:nvPr>
        </p:nvSpPr>
        <p:spPr>
          <a:xfrm>
            <a:off x="952500" y="26035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pPr lvl="0">
              <a:defRPr sz="1800"/>
            </a:pPr>
            <a:r>
              <a:rPr sz="2800"/>
              <a:t>Body Level One</a:t>
            </a:r>
          </a:p>
          <a:p>
            <a:pPr lvl="1">
              <a:defRPr sz="1800"/>
            </a:pPr>
            <a:r>
              <a:rPr sz="2800"/>
              <a:t>Body Level Two</a:t>
            </a:r>
          </a:p>
          <a:p>
            <a:pPr lvl="2">
              <a:defRPr sz="1800"/>
            </a:pPr>
            <a:r>
              <a:rPr sz="2800"/>
              <a:t>Body Level Three</a:t>
            </a:r>
          </a:p>
          <a:p>
            <a:pPr lvl="3">
              <a:defRPr sz="1800"/>
            </a:pPr>
            <a:r>
              <a:rPr sz="2800"/>
              <a:t>Body Level Four</a:t>
            </a:r>
          </a:p>
          <a:p>
            <a:pPr lvl="4">
              <a:defRPr sz="1800"/>
            </a:pPr>
            <a:r>
              <a:rPr sz="2800"/>
              <a:t>Body Level Five</a:t>
            </a:r>
          </a:p>
        </p:txBody>
      </p:sp>
      <p:pic>
        <p:nvPicPr>
          <p:cNvPr id="38" name="pasted-image.tif"/>
          <p:cNvPicPr/>
          <p:nvPr/>
        </p:nvPicPr>
        <p:blipFill>
          <a:blip r:embed="rId2"/>
          <a:stretch>
            <a:fillRect/>
          </a:stretch>
        </p:blipFill>
        <p:spPr>
          <a:xfrm>
            <a:off x="12608342" y="9347359"/>
            <a:ext cx="371058" cy="369413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pasted-image.tif"/>
          <p:cNvPicPr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300" y="9307693"/>
            <a:ext cx="13004201" cy="448744"/>
          </a:xfrm>
          <a:prstGeom prst="rect">
            <a:avLst/>
          </a:prstGeom>
          <a:ln w="12700">
            <a:miter lim="400000"/>
          </a:ln>
        </p:spPr>
      </p:pic>
      <p:sp>
        <p:nvSpPr>
          <p:cNvPr id="40" name="Shape 4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>
            <a:spLocks noGrp="1"/>
          </p:cNvSpPr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600"/>
              <a:t>Body Level One</a:t>
            </a:r>
          </a:p>
          <a:p>
            <a:pPr lvl="1">
              <a:defRPr sz="1800"/>
            </a:pPr>
            <a:r>
              <a:rPr sz="3600"/>
              <a:t>Body Level Two</a:t>
            </a:r>
          </a:p>
          <a:p>
            <a:pPr lvl="2">
              <a:defRPr sz="1800"/>
            </a:pPr>
            <a:r>
              <a:rPr sz="3600"/>
              <a:t>Body Level Three</a:t>
            </a:r>
          </a:p>
          <a:p>
            <a:pPr lvl="3">
              <a:defRPr sz="1800"/>
            </a:pPr>
            <a:r>
              <a:rPr sz="3600"/>
              <a:t>Body Level Four</a:t>
            </a:r>
          </a:p>
          <a:p>
            <a:pPr lvl="4">
              <a:defRPr sz="1800"/>
            </a:pPr>
            <a:r>
              <a:rPr sz="3600"/>
              <a:t>Body Level Five</a:t>
            </a:r>
          </a:p>
        </p:txBody>
      </p:sp>
      <p:sp>
        <p:nvSpPr>
          <p:cNvPr id="43" name="Shape 4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asted-image.tif"/>
          <p:cNvPicPr/>
          <p:nvPr/>
        </p:nvPicPr>
        <p:blipFill>
          <a:blip r:embed="rId2"/>
          <a:stretch>
            <a:fillRect/>
          </a:stretch>
        </p:blipFill>
        <p:spPr>
          <a:xfrm>
            <a:off x="12608342" y="9347359"/>
            <a:ext cx="371058" cy="3694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pasted-image.tif"/>
          <p:cNvPicPr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300" y="9307693"/>
            <a:ext cx="13004201" cy="448744"/>
          </a:xfrm>
          <a:prstGeom prst="rect">
            <a:avLst/>
          </a:prstGeom>
          <a:ln w="12700">
            <a:miter lim="400000"/>
          </a:ln>
        </p:spPr>
      </p:pic>
      <p:sp>
        <p:nvSpPr>
          <p:cNvPr id="47" name="Shape 4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asted-image.tif"/>
          <p:cNvPicPr/>
          <p:nvPr/>
        </p:nvPicPr>
        <p:blipFill>
          <a:blip r:embed="rId2"/>
          <a:stretch>
            <a:fillRect/>
          </a:stretch>
        </p:blipFill>
        <p:spPr>
          <a:xfrm>
            <a:off x="10756365" y="7538987"/>
            <a:ext cx="2095980" cy="208668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asted-image.tif"/>
          <p:cNvPicPr/>
          <p:nvPr/>
        </p:nvPicPr>
        <p:blipFill>
          <a:blip r:embed="rId2"/>
          <a:stretch>
            <a:fillRect/>
          </a:stretch>
        </p:blipFill>
        <p:spPr>
          <a:xfrm>
            <a:off x="6399157" y="3334494"/>
            <a:ext cx="4801992" cy="2120545"/>
          </a:xfrm>
          <a:prstGeom prst="rect">
            <a:avLst/>
          </a:prstGeom>
          <a:ln w="12700">
            <a:miter lim="400000"/>
          </a:ln>
        </p:spPr>
      </p:pic>
      <p:pic>
        <p:nvPicPr>
          <p:cNvPr id="53" name="pasted-image.tif"/>
          <p:cNvPicPr/>
          <p:nvPr/>
        </p:nvPicPr>
        <p:blipFill>
          <a:blip r:embed="rId3"/>
          <a:stretch>
            <a:fillRect/>
          </a:stretch>
        </p:blipFill>
        <p:spPr>
          <a:xfrm>
            <a:off x="1803651" y="3334494"/>
            <a:ext cx="2117236" cy="212054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ti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/>
            </a:pPr>
            <a:r>
              <a:rPr sz="8000"/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/>
            </a:pPr>
            <a:r>
              <a:rPr sz="3600"/>
              <a:t>Body Level One</a:t>
            </a:r>
          </a:p>
          <a:p>
            <a:pPr lvl="1">
              <a:defRPr sz="1800"/>
            </a:pPr>
            <a:r>
              <a:rPr sz="3600"/>
              <a:t>Body Level Two</a:t>
            </a:r>
          </a:p>
          <a:p>
            <a:pPr lvl="2">
              <a:defRPr sz="1800"/>
            </a:pPr>
            <a:r>
              <a:rPr sz="3600"/>
              <a:t>Body Level Three</a:t>
            </a:r>
          </a:p>
          <a:p>
            <a:pPr lvl="3">
              <a:defRPr sz="1800"/>
            </a:pPr>
            <a:r>
              <a:rPr sz="3600"/>
              <a:t>Body Level Four</a:t>
            </a:r>
          </a:p>
          <a:p>
            <a:pPr lvl="4">
              <a:defRPr sz="1800"/>
            </a:pPr>
            <a:r>
              <a:rPr sz="3600"/>
              <a:t>Body Level Five</a:t>
            </a:r>
          </a:p>
        </p:txBody>
      </p:sp>
      <p:pic>
        <p:nvPicPr>
          <p:cNvPr id="4" name="pasted-image.png"/>
          <p:cNvPicPr/>
          <p:nvPr/>
        </p:nvPicPr>
        <p:blipFill>
          <a:blip r:embed="rId15"/>
          <a:stretch>
            <a:fillRect/>
          </a:stretch>
        </p:blipFill>
        <p:spPr>
          <a:xfrm>
            <a:off x="12608342" y="9347359"/>
            <a:ext cx="371058" cy="369413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asted-image.tif"/>
          <p:cNvPicPr/>
          <p:nvPr/>
        </p:nvPicPr>
        <p:blipFill>
          <a:blip r:embed="rId16">
            <a:alphaModFix amt="20000"/>
          </a:blip>
          <a:stretch>
            <a:fillRect/>
          </a:stretch>
        </p:blipFill>
        <p:spPr>
          <a:xfrm>
            <a:off x="300" y="9307693"/>
            <a:ext cx="13004201" cy="448744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Shape 6"/>
          <p:cNvSpPr>
            <a:spLocks noGrp="1"/>
          </p:cNvSpPr>
          <p:nvPr>
            <p:ph type="sldNum" sz="quarter" idx="2"/>
          </p:nvPr>
        </p:nvSpPr>
        <p:spPr>
          <a:xfrm>
            <a:off x="-2603" y="9341565"/>
            <a:ext cx="373709" cy="3556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defRPr sz="1800"/>
            </a:lvl1pPr>
          </a:lstStyle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med"/>
  <p:txStyles>
    <p:titleStyle>
      <a:lvl1pPr algn="ctr" defTabSz="584200">
        <a:defRPr sz="8000">
          <a:latin typeface="Franklin Gothic Book"/>
          <a:ea typeface="Franklin Gothic Book"/>
          <a:cs typeface="Franklin Gothic Book"/>
          <a:sym typeface="Franklin Gothic Book"/>
        </a:defRPr>
      </a:lvl1pPr>
      <a:lvl2pPr indent="228600" algn="ctr" defTabSz="584200">
        <a:defRPr sz="8000">
          <a:latin typeface="Franklin Gothic Book"/>
          <a:ea typeface="Franklin Gothic Book"/>
          <a:cs typeface="Franklin Gothic Book"/>
          <a:sym typeface="Franklin Gothic Book"/>
        </a:defRPr>
      </a:lvl2pPr>
      <a:lvl3pPr indent="457200" algn="ctr" defTabSz="584200">
        <a:defRPr sz="8000">
          <a:latin typeface="Franklin Gothic Book"/>
          <a:ea typeface="Franklin Gothic Book"/>
          <a:cs typeface="Franklin Gothic Book"/>
          <a:sym typeface="Franklin Gothic Book"/>
        </a:defRPr>
      </a:lvl3pPr>
      <a:lvl4pPr indent="685800" algn="ctr" defTabSz="584200">
        <a:defRPr sz="8000">
          <a:latin typeface="Franklin Gothic Book"/>
          <a:ea typeface="Franklin Gothic Book"/>
          <a:cs typeface="Franklin Gothic Book"/>
          <a:sym typeface="Franklin Gothic Book"/>
        </a:defRPr>
      </a:lvl4pPr>
      <a:lvl5pPr indent="914400" algn="ctr" defTabSz="584200">
        <a:defRPr sz="8000">
          <a:latin typeface="Franklin Gothic Book"/>
          <a:ea typeface="Franklin Gothic Book"/>
          <a:cs typeface="Franklin Gothic Book"/>
          <a:sym typeface="Franklin Gothic Book"/>
        </a:defRPr>
      </a:lvl5pPr>
      <a:lvl6pPr indent="1143000" algn="ctr" defTabSz="584200">
        <a:defRPr sz="8000">
          <a:latin typeface="Franklin Gothic Book"/>
          <a:ea typeface="Franklin Gothic Book"/>
          <a:cs typeface="Franklin Gothic Book"/>
          <a:sym typeface="Franklin Gothic Book"/>
        </a:defRPr>
      </a:lvl6pPr>
      <a:lvl7pPr indent="1371600" algn="ctr" defTabSz="584200">
        <a:defRPr sz="8000">
          <a:latin typeface="Franklin Gothic Book"/>
          <a:ea typeface="Franklin Gothic Book"/>
          <a:cs typeface="Franklin Gothic Book"/>
          <a:sym typeface="Franklin Gothic Book"/>
        </a:defRPr>
      </a:lvl7pPr>
      <a:lvl8pPr indent="1600200" algn="ctr" defTabSz="584200">
        <a:defRPr sz="8000">
          <a:latin typeface="Franklin Gothic Book"/>
          <a:ea typeface="Franklin Gothic Book"/>
          <a:cs typeface="Franklin Gothic Book"/>
          <a:sym typeface="Franklin Gothic Book"/>
        </a:defRPr>
      </a:lvl8pPr>
      <a:lvl9pPr indent="1828800" algn="ctr" defTabSz="584200">
        <a:defRPr sz="8000">
          <a:latin typeface="Franklin Gothic Book"/>
          <a:ea typeface="Franklin Gothic Book"/>
          <a:cs typeface="Franklin Gothic Book"/>
          <a:sym typeface="Franklin Gothic Book"/>
        </a:defRPr>
      </a:lvl9pPr>
    </p:titleStyle>
    <p:bodyStyle>
      <a:lvl1pPr marL="444500" indent="-444500" defTabSz="584200">
        <a:spcBef>
          <a:spcPts val="4200"/>
        </a:spcBef>
        <a:buSzPct val="75000"/>
        <a:buChar char="•"/>
        <a:defRPr sz="3600">
          <a:latin typeface="Franklin Gothic Book"/>
          <a:ea typeface="Franklin Gothic Book"/>
          <a:cs typeface="Franklin Gothic Book"/>
          <a:sym typeface="Franklin Gothic Book"/>
        </a:defRPr>
      </a:lvl1pPr>
      <a:lvl2pPr marL="889000" indent="-444500" defTabSz="584200">
        <a:spcBef>
          <a:spcPts val="4200"/>
        </a:spcBef>
        <a:buSzPct val="75000"/>
        <a:buChar char="•"/>
        <a:defRPr sz="3600">
          <a:latin typeface="Franklin Gothic Book"/>
          <a:ea typeface="Franklin Gothic Book"/>
          <a:cs typeface="Franklin Gothic Book"/>
          <a:sym typeface="Franklin Gothic Book"/>
        </a:defRPr>
      </a:lvl2pPr>
      <a:lvl3pPr marL="1333500" indent="-444500" defTabSz="584200">
        <a:spcBef>
          <a:spcPts val="4200"/>
        </a:spcBef>
        <a:buSzPct val="75000"/>
        <a:buChar char="•"/>
        <a:defRPr sz="3600">
          <a:latin typeface="Franklin Gothic Book"/>
          <a:ea typeface="Franklin Gothic Book"/>
          <a:cs typeface="Franklin Gothic Book"/>
          <a:sym typeface="Franklin Gothic Book"/>
        </a:defRPr>
      </a:lvl3pPr>
      <a:lvl4pPr marL="1778000" indent="-444500" defTabSz="584200">
        <a:spcBef>
          <a:spcPts val="4200"/>
        </a:spcBef>
        <a:buSzPct val="75000"/>
        <a:buChar char="•"/>
        <a:defRPr sz="3600">
          <a:latin typeface="Franklin Gothic Book"/>
          <a:ea typeface="Franklin Gothic Book"/>
          <a:cs typeface="Franklin Gothic Book"/>
          <a:sym typeface="Franklin Gothic Book"/>
        </a:defRPr>
      </a:lvl4pPr>
      <a:lvl5pPr marL="2222500" indent="-444500" defTabSz="584200">
        <a:spcBef>
          <a:spcPts val="4200"/>
        </a:spcBef>
        <a:buSzPct val="75000"/>
        <a:buChar char="•"/>
        <a:defRPr sz="3600">
          <a:latin typeface="Franklin Gothic Book"/>
          <a:ea typeface="Franklin Gothic Book"/>
          <a:cs typeface="Franklin Gothic Book"/>
          <a:sym typeface="Franklin Gothic Book"/>
        </a:defRPr>
      </a:lvl5pPr>
      <a:lvl6pPr marL="2667000" indent="-444500" defTabSz="584200">
        <a:spcBef>
          <a:spcPts val="4200"/>
        </a:spcBef>
        <a:buSzPct val="75000"/>
        <a:buChar char="•"/>
        <a:defRPr sz="3600">
          <a:latin typeface="Franklin Gothic Book"/>
          <a:ea typeface="Franklin Gothic Book"/>
          <a:cs typeface="Franklin Gothic Book"/>
          <a:sym typeface="Franklin Gothic Book"/>
        </a:defRPr>
      </a:lvl6pPr>
      <a:lvl7pPr marL="3111500" indent="-444500" defTabSz="584200">
        <a:spcBef>
          <a:spcPts val="4200"/>
        </a:spcBef>
        <a:buSzPct val="75000"/>
        <a:buChar char="•"/>
        <a:defRPr sz="3600">
          <a:latin typeface="Franklin Gothic Book"/>
          <a:ea typeface="Franklin Gothic Book"/>
          <a:cs typeface="Franklin Gothic Book"/>
          <a:sym typeface="Franklin Gothic Book"/>
        </a:defRPr>
      </a:lvl7pPr>
      <a:lvl8pPr marL="3556000" indent="-444500" defTabSz="584200">
        <a:spcBef>
          <a:spcPts val="4200"/>
        </a:spcBef>
        <a:buSzPct val="75000"/>
        <a:buChar char="•"/>
        <a:defRPr sz="3600">
          <a:latin typeface="Franklin Gothic Book"/>
          <a:ea typeface="Franklin Gothic Book"/>
          <a:cs typeface="Franklin Gothic Book"/>
          <a:sym typeface="Franklin Gothic Book"/>
        </a:defRPr>
      </a:lvl8pPr>
      <a:lvl9pPr marL="4000500" indent="-444500" defTabSz="584200">
        <a:spcBef>
          <a:spcPts val="4200"/>
        </a:spcBef>
        <a:buSzPct val="75000"/>
        <a:buChar char="•"/>
        <a:defRPr sz="3600">
          <a:latin typeface="Franklin Gothic Book"/>
          <a:ea typeface="Franklin Gothic Book"/>
          <a:cs typeface="Franklin Gothic Book"/>
          <a:sym typeface="Franklin Gothic Book"/>
        </a:defRPr>
      </a:lvl9pPr>
    </p:bodyStyle>
    <p:otherStyle>
      <a:lvl1pPr algn="ctr" defTabSz="584200">
        <a:defRPr>
          <a:solidFill>
            <a:schemeClr val="tx1"/>
          </a:solidFill>
          <a:latin typeface="+mn-lt"/>
          <a:ea typeface="+mn-ea"/>
          <a:cs typeface="+mn-cs"/>
          <a:sym typeface="Franklin Gothic Book"/>
        </a:defRPr>
      </a:lvl1pPr>
      <a:lvl2pPr indent="228600" algn="ctr" defTabSz="584200">
        <a:defRPr>
          <a:solidFill>
            <a:schemeClr val="tx1"/>
          </a:solidFill>
          <a:latin typeface="+mn-lt"/>
          <a:ea typeface="+mn-ea"/>
          <a:cs typeface="+mn-cs"/>
          <a:sym typeface="Franklin Gothic Book"/>
        </a:defRPr>
      </a:lvl2pPr>
      <a:lvl3pPr indent="457200" algn="ctr" defTabSz="584200">
        <a:defRPr>
          <a:solidFill>
            <a:schemeClr val="tx1"/>
          </a:solidFill>
          <a:latin typeface="+mn-lt"/>
          <a:ea typeface="+mn-ea"/>
          <a:cs typeface="+mn-cs"/>
          <a:sym typeface="Franklin Gothic Book"/>
        </a:defRPr>
      </a:lvl3pPr>
      <a:lvl4pPr indent="685800" algn="ctr" defTabSz="584200">
        <a:defRPr>
          <a:solidFill>
            <a:schemeClr val="tx1"/>
          </a:solidFill>
          <a:latin typeface="+mn-lt"/>
          <a:ea typeface="+mn-ea"/>
          <a:cs typeface="+mn-cs"/>
          <a:sym typeface="Franklin Gothic Book"/>
        </a:defRPr>
      </a:lvl4pPr>
      <a:lvl5pPr indent="914400" algn="ctr" defTabSz="584200">
        <a:defRPr>
          <a:solidFill>
            <a:schemeClr val="tx1"/>
          </a:solidFill>
          <a:latin typeface="+mn-lt"/>
          <a:ea typeface="+mn-ea"/>
          <a:cs typeface="+mn-cs"/>
          <a:sym typeface="Franklin Gothic Book"/>
        </a:defRPr>
      </a:lvl5pPr>
      <a:lvl6pPr indent="1143000" algn="ctr" defTabSz="584200">
        <a:defRPr>
          <a:solidFill>
            <a:schemeClr val="tx1"/>
          </a:solidFill>
          <a:latin typeface="+mn-lt"/>
          <a:ea typeface="+mn-ea"/>
          <a:cs typeface="+mn-cs"/>
          <a:sym typeface="Franklin Gothic Book"/>
        </a:defRPr>
      </a:lvl6pPr>
      <a:lvl7pPr indent="1371600" algn="ctr" defTabSz="584200">
        <a:defRPr>
          <a:solidFill>
            <a:schemeClr val="tx1"/>
          </a:solidFill>
          <a:latin typeface="+mn-lt"/>
          <a:ea typeface="+mn-ea"/>
          <a:cs typeface="+mn-cs"/>
          <a:sym typeface="Franklin Gothic Book"/>
        </a:defRPr>
      </a:lvl7pPr>
      <a:lvl8pPr indent="1600200" algn="ctr" defTabSz="584200">
        <a:defRPr>
          <a:solidFill>
            <a:schemeClr val="tx1"/>
          </a:solidFill>
          <a:latin typeface="+mn-lt"/>
          <a:ea typeface="+mn-ea"/>
          <a:cs typeface="+mn-cs"/>
          <a:sym typeface="Franklin Gothic Book"/>
        </a:defRPr>
      </a:lvl8pPr>
      <a:lvl9pPr indent="1828800" algn="ctr" defTabSz="584200">
        <a:defRPr>
          <a:solidFill>
            <a:schemeClr val="tx1"/>
          </a:solidFill>
          <a:latin typeface="+mn-lt"/>
          <a:ea typeface="+mn-ea"/>
          <a:cs typeface="+mn-cs"/>
          <a:sym typeface="Franklin Gothic Book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/>
          </p:cNvSpPr>
          <p:nvPr>
            <p:ph type="title"/>
          </p:nvPr>
        </p:nvSpPr>
        <p:spPr>
          <a:xfrm>
            <a:off x="755457" y="2428685"/>
            <a:ext cx="11466742" cy="989308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ctr">
              <a:defRPr sz="1800"/>
            </a:pPr>
            <a:r>
              <a:rPr lang="ro-RO" sz="4000"/>
              <a:t>Sistem </a:t>
            </a:r>
            <a:r>
              <a:rPr lang="ro-RO" sz="4000" err="1"/>
              <a:t>SmartMix</a:t>
            </a:r>
            <a:r>
              <a:rPr lang="ro-RO" sz="4000"/>
              <a:t> pentru rețete și ingrediente</a:t>
            </a:r>
            <a:endParaRPr sz="4000"/>
          </a:p>
        </p:txBody>
      </p:sp>
      <p:sp>
        <p:nvSpPr>
          <p:cNvPr id="59" name="Shape 59"/>
          <p:cNvSpPr/>
          <p:nvPr/>
        </p:nvSpPr>
        <p:spPr>
          <a:xfrm>
            <a:off x="3858037" y="8401902"/>
            <a:ext cx="7201050" cy="699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sz="3600"/>
            </a:lvl1pPr>
          </a:lstStyle>
          <a:p>
            <a:pPr>
              <a:defRPr sz="1800"/>
            </a:pPr>
            <a:r>
              <a:rPr lang="ro-RO" sz="3500">
                <a:solidFill>
                  <a:srgbClr val="000000"/>
                </a:solidFill>
              </a:rPr>
              <a:t>Universitatea Politehnica București</a:t>
            </a:r>
            <a:endParaRPr sz="3500">
              <a:solidFill>
                <a:srgbClr val="000000"/>
              </a:solidFill>
            </a:endParaRPr>
          </a:p>
        </p:txBody>
      </p:sp>
      <p:sp>
        <p:nvSpPr>
          <p:cNvPr id="2" name="Shape 57">
            <a:extLst>
              <a:ext uri="{FF2B5EF4-FFF2-40B4-BE49-F238E27FC236}">
                <a16:creationId xmlns:a16="http://schemas.microsoft.com/office/drawing/2014/main" id="{0A848109-E44E-440E-925D-2C018D534867}"/>
              </a:ext>
            </a:extLst>
          </p:cNvPr>
          <p:cNvSpPr txBox="1">
            <a:spLocks/>
          </p:cNvSpPr>
          <p:nvPr/>
        </p:nvSpPr>
        <p:spPr>
          <a:xfrm>
            <a:off x="765191" y="3416705"/>
            <a:ext cx="11466742" cy="9893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b">
            <a:noAutofit/>
          </a:bodyPr>
          <a:lstStyle>
            <a:lvl1pPr algn="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  <a:lvl2pPr indent="2286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2pPr>
            <a:lvl3pPr indent="4572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3pPr>
            <a:lvl4pPr indent="6858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4pPr>
            <a:lvl5pPr indent="9144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5pPr>
            <a:lvl6pPr indent="11430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6pPr>
            <a:lvl7pPr indent="13716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7pPr>
            <a:lvl8pPr indent="16002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8pPr>
            <a:lvl9pPr indent="18288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9pPr>
          </a:lstStyle>
          <a:p>
            <a:pPr algn="ctr">
              <a:defRPr sz="1800"/>
            </a:pPr>
            <a:r>
              <a:rPr lang="ro-RO" sz="3500"/>
              <a:t>Ioan Constantin</a:t>
            </a:r>
          </a:p>
        </p:txBody>
      </p:sp>
      <p:sp>
        <p:nvSpPr>
          <p:cNvPr id="7" name="Shape 57">
            <a:extLst>
              <a:ext uri="{FF2B5EF4-FFF2-40B4-BE49-F238E27FC236}">
                <a16:creationId xmlns:a16="http://schemas.microsoft.com/office/drawing/2014/main" id="{CDE54960-B7BF-450A-A6EB-26541119DA71}"/>
              </a:ext>
            </a:extLst>
          </p:cNvPr>
          <p:cNvSpPr txBox="1">
            <a:spLocks/>
          </p:cNvSpPr>
          <p:nvPr/>
        </p:nvSpPr>
        <p:spPr>
          <a:xfrm>
            <a:off x="3865458" y="6372275"/>
            <a:ext cx="11466742" cy="9893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b">
            <a:noAutofit/>
          </a:bodyPr>
          <a:lstStyle>
            <a:lvl1pPr algn="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  <a:lvl2pPr indent="2286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2pPr>
            <a:lvl3pPr indent="4572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3pPr>
            <a:lvl4pPr indent="6858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4pPr>
            <a:lvl5pPr indent="9144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5pPr>
            <a:lvl6pPr indent="11430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6pPr>
            <a:lvl7pPr indent="13716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7pPr>
            <a:lvl8pPr indent="16002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8pPr>
            <a:lvl9pPr indent="18288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9pPr>
          </a:lstStyle>
          <a:p>
            <a:pPr algn="ctr">
              <a:defRPr sz="1800"/>
            </a:pPr>
            <a:endParaRPr lang="ro-RO" sz="3500"/>
          </a:p>
          <a:p>
            <a:pPr algn="ctr">
              <a:defRPr sz="1800"/>
            </a:pPr>
            <a:r>
              <a:rPr lang="ro-RO" sz="3500"/>
              <a:t>Prof. Dr. Ing. Nirvana Popescu</a:t>
            </a:r>
            <a:endParaRPr lang="ro-RO" sz="3500" err="1">
              <a:solidFill>
                <a:srgbClr val="000000"/>
              </a:solidFill>
            </a:endParaRPr>
          </a:p>
        </p:txBody>
      </p:sp>
      <p:sp>
        <p:nvSpPr>
          <p:cNvPr id="8" name="Shape 57">
            <a:extLst>
              <a:ext uri="{FF2B5EF4-FFF2-40B4-BE49-F238E27FC236}">
                <a16:creationId xmlns:a16="http://schemas.microsoft.com/office/drawing/2014/main" id="{FFA902EE-F9EB-412B-ADBF-45032C87CC9D}"/>
              </a:ext>
            </a:extLst>
          </p:cNvPr>
          <p:cNvSpPr txBox="1">
            <a:spLocks/>
          </p:cNvSpPr>
          <p:nvPr/>
        </p:nvSpPr>
        <p:spPr>
          <a:xfrm>
            <a:off x="4803891" y="5393156"/>
            <a:ext cx="11466742" cy="9893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b">
            <a:noAutofit/>
          </a:bodyPr>
          <a:lstStyle>
            <a:lvl1pPr algn="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  <a:lvl2pPr indent="2286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2pPr>
            <a:lvl3pPr indent="4572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3pPr>
            <a:lvl4pPr indent="6858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4pPr>
            <a:lvl5pPr indent="9144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5pPr>
            <a:lvl6pPr indent="11430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6pPr>
            <a:lvl7pPr indent="13716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7pPr>
            <a:lvl8pPr indent="16002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8pPr>
            <a:lvl9pPr indent="18288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9pPr>
          </a:lstStyle>
          <a:p>
            <a:pPr algn="ctr">
              <a:defRPr sz="1800"/>
            </a:pPr>
            <a:r>
              <a:rPr lang="ro-RO" sz="3500"/>
              <a:t>Conducător științific:</a:t>
            </a:r>
            <a:endParaRPr lang="ro-RO" sz="180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>
            <a:spLocks noGrp="1"/>
          </p:cNvSpPr>
          <p:nvPr>
            <p:ph type="title"/>
          </p:nvPr>
        </p:nvSpPr>
        <p:spPr>
          <a:xfrm>
            <a:off x="740094" y="94482"/>
            <a:ext cx="10464800" cy="14224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l">
              <a:defRPr sz="1800"/>
            </a:pPr>
            <a:r>
              <a:rPr lang="ro-RO" sz="5000">
                <a:solidFill>
                  <a:srgbClr val="000000"/>
                </a:solidFill>
              </a:rPr>
              <a:t>Cuprins</a:t>
            </a:r>
          </a:p>
        </p:txBody>
      </p:sp>
      <p:sp>
        <p:nvSpPr>
          <p:cNvPr id="66" name="Shape 66"/>
          <p:cNvSpPr>
            <a:spLocks noGrp="1"/>
          </p:cNvSpPr>
          <p:nvPr>
            <p:ph type="body" idx="1"/>
          </p:nvPr>
        </p:nvSpPr>
        <p:spPr>
          <a:xfrm>
            <a:off x="1270066" y="2056826"/>
            <a:ext cx="10444353" cy="7250023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>
              <a:defRPr sz="1800"/>
            </a:pPr>
            <a:r>
              <a:rPr lang="ro-RO" sz="3500">
                <a:solidFill>
                  <a:srgbClr val="000000"/>
                </a:solidFill>
              </a:rPr>
              <a:t>1. Motivație</a:t>
            </a:r>
          </a:p>
          <a:p>
            <a:pPr algn="l">
              <a:defRPr sz="1800"/>
            </a:pPr>
            <a:endParaRPr lang="ro-RO" sz="3500">
              <a:solidFill>
                <a:srgbClr val="000000"/>
              </a:solidFill>
            </a:endParaRPr>
          </a:p>
          <a:p>
            <a:pPr algn="l">
              <a:defRPr sz="1800"/>
            </a:pPr>
            <a:r>
              <a:rPr lang="ro-RO" sz="3500">
                <a:solidFill>
                  <a:srgbClr val="000000"/>
                </a:solidFill>
              </a:rPr>
              <a:t>2. Arhitectura aplicației</a:t>
            </a:r>
          </a:p>
          <a:p>
            <a:pPr algn="l">
              <a:defRPr sz="1800"/>
            </a:pPr>
            <a:endParaRPr lang="ro-RO" sz="3500">
              <a:solidFill>
                <a:srgbClr val="000000"/>
              </a:solidFill>
            </a:endParaRPr>
          </a:p>
          <a:p>
            <a:pPr algn="l">
              <a:defRPr sz="1800"/>
            </a:pPr>
            <a:r>
              <a:rPr lang="ro-RO" sz="3500">
                <a:solidFill>
                  <a:srgbClr val="000000"/>
                </a:solidFill>
              </a:rPr>
              <a:t>3. Algoritmi folosiți</a:t>
            </a:r>
          </a:p>
          <a:p>
            <a:pPr algn="l">
              <a:defRPr sz="1800"/>
            </a:pPr>
            <a:endParaRPr lang="ro-RO" sz="3500">
              <a:solidFill>
                <a:srgbClr val="000000"/>
              </a:solidFill>
            </a:endParaRPr>
          </a:p>
          <a:p>
            <a:pPr algn="l">
              <a:defRPr sz="1800"/>
            </a:pPr>
            <a:r>
              <a:rPr lang="ro-RO" sz="3500">
                <a:solidFill>
                  <a:srgbClr val="000000"/>
                </a:solidFill>
              </a:rPr>
              <a:t>4. Evaluarea performanțelor</a:t>
            </a:r>
          </a:p>
          <a:p>
            <a:pPr algn="l">
              <a:defRPr sz="1800"/>
            </a:pPr>
            <a:endParaRPr lang="ro-RO" sz="3500">
              <a:solidFill>
                <a:srgbClr val="000000"/>
              </a:solidFill>
            </a:endParaRPr>
          </a:p>
          <a:p>
            <a:pPr algn="l">
              <a:defRPr sz="1800"/>
            </a:pPr>
            <a:endParaRPr lang="ro-RO" sz="3500">
              <a:solidFill>
                <a:srgbClr val="000000"/>
              </a:solidFill>
            </a:endParaRPr>
          </a:p>
          <a:p>
            <a:pPr algn="l">
              <a:defRPr sz="1800"/>
            </a:pPr>
            <a:endParaRPr lang="ro-RO" sz="3500">
              <a:solidFill>
                <a:srgbClr val="000000"/>
              </a:solidFill>
            </a:endParaRPr>
          </a:p>
        </p:txBody>
      </p:sp>
      <p:sp>
        <p:nvSpPr>
          <p:cNvPr id="7" name="Shape 66">
            <a:extLst>
              <a:ext uri="{FF2B5EF4-FFF2-40B4-BE49-F238E27FC236}">
                <a16:creationId xmlns:a16="http://schemas.microsoft.com/office/drawing/2014/main" id="{23FCE737-F56E-4BC0-B2E9-B9EA0CBB0D0A}"/>
              </a:ext>
            </a:extLst>
          </p:cNvPr>
          <p:cNvSpPr txBox="1">
            <a:spLocks/>
          </p:cNvSpPr>
          <p:nvPr/>
        </p:nvSpPr>
        <p:spPr>
          <a:xfrm>
            <a:off x="1280061" y="3941937"/>
            <a:ext cx="10464800" cy="142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t">
            <a:normAutofit/>
          </a:bodyPr>
          <a:lstStyle>
            <a:lvl1pPr marL="0" indent="0" algn="ctr" defTabSz="584200">
              <a:spcBef>
                <a:spcPts val="0"/>
              </a:spcBef>
              <a:buSzTx/>
              <a:buNone/>
              <a:defRPr sz="320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  <a:lvl2pPr marL="0" indent="228600" algn="ctr" defTabSz="584200">
              <a:spcBef>
                <a:spcPts val="0"/>
              </a:spcBef>
              <a:buSzTx/>
              <a:buNone/>
              <a:defRPr sz="3200">
                <a:latin typeface="Franklin Gothic Book"/>
                <a:ea typeface="Franklin Gothic Book"/>
                <a:cs typeface="Franklin Gothic Book"/>
                <a:sym typeface="Franklin Gothic Book"/>
              </a:defRPr>
            </a:lvl2pPr>
            <a:lvl3pPr marL="0" indent="457200" algn="ctr" defTabSz="584200">
              <a:spcBef>
                <a:spcPts val="0"/>
              </a:spcBef>
              <a:buSzTx/>
              <a:buNone/>
              <a:defRPr sz="3200">
                <a:latin typeface="Franklin Gothic Book"/>
                <a:ea typeface="Franklin Gothic Book"/>
                <a:cs typeface="Franklin Gothic Book"/>
                <a:sym typeface="Franklin Gothic Book"/>
              </a:defRPr>
            </a:lvl3pPr>
            <a:lvl4pPr marL="0" indent="685800" algn="ctr" defTabSz="584200">
              <a:spcBef>
                <a:spcPts val="0"/>
              </a:spcBef>
              <a:buSzTx/>
              <a:buNone/>
              <a:defRPr sz="3200">
                <a:latin typeface="Franklin Gothic Book"/>
                <a:ea typeface="Franklin Gothic Book"/>
                <a:cs typeface="Franklin Gothic Book"/>
                <a:sym typeface="Franklin Gothic Book"/>
              </a:defRPr>
            </a:lvl4pPr>
            <a:lvl5pPr marL="0" indent="914400" algn="ctr" defTabSz="584200">
              <a:spcBef>
                <a:spcPts val="0"/>
              </a:spcBef>
              <a:buSzTx/>
              <a:buNone/>
              <a:defRPr sz="3200">
                <a:latin typeface="Franklin Gothic Book"/>
                <a:ea typeface="Franklin Gothic Book"/>
                <a:cs typeface="Franklin Gothic Book"/>
                <a:sym typeface="Franklin Gothic Book"/>
              </a:defRPr>
            </a:lvl5pPr>
            <a:lvl6pPr marL="2667000" indent="-444500" defTabSz="584200">
              <a:spcBef>
                <a:spcPts val="4200"/>
              </a:spcBef>
              <a:buSzPct val="75000"/>
              <a:buChar char="•"/>
              <a:defRPr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lvl6pPr>
            <a:lvl7pPr marL="3111500" indent="-444500" defTabSz="584200">
              <a:spcBef>
                <a:spcPts val="4200"/>
              </a:spcBef>
              <a:buSzPct val="75000"/>
              <a:buChar char="•"/>
              <a:defRPr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lvl7pPr>
            <a:lvl8pPr marL="3556000" indent="-444500" defTabSz="584200">
              <a:spcBef>
                <a:spcPts val="4200"/>
              </a:spcBef>
              <a:buSzPct val="75000"/>
              <a:buChar char="•"/>
              <a:defRPr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lvl8pPr>
            <a:lvl9pPr marL="4000500" indent="-444500" defTabSz="584200">
              <a:spcBef>
                <a:spcPts val="4200"/>
              </a:spcBef>
              <a:buSzPct val="75000"/>
              <a:buChar char="•"/>
              <a:defRPr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lvl9pPr>
          </a:lstStyle>
          <a:p>
            <a:pPr algn="l">
              <a:defRPr sz="1800"/>
            </a:pPr>
            <a:endParaRPr lang="ro-RO" sz="35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defRPr sz="1800"/>
            </a:pPr>
            <a:r>
              <a:rPr lang="ro-RO" sz="7900"/>
              <a:t>1. Motivație (I)</a:t>
            </a:r>
            <a:endParaRPr sz="7900"/>
          </a:p>
        </p:txBody>
      </p:sp>
      <p:sp>
        <p:nvSpPr>
          <p:cNvPr id="69" name="Shape 6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>
              <a:defRPr sz="1800"/>
            </a:pPr>
            <a:endParaRPr lang="ro-RO" sz="2800"/>
          </a:p>
          <a:p>
            <a:pPr>
              <a:defRPr sz="1800"/>
            </a:pPr>
            <a:r>
              <a:rPr lang="ro-RO" sz="2800"/>
              <a:t> Sondaj realizat în </a:t>
            </a:r>
          </a:p>
          <a:p>
            <a:pPr marL="0" indent="0">
              <a:buNone/>
              <a:defRPr sz="1800"/>
            </a:pPr>
            <a:r>
              <a:rPr lang="ro-RO" sz="2800"/>
              <a:t>      SUA în anul 2018</a:t>
            </a:r>
          </a:p>
          <a:p>
            <a:pPr marL="0" indent="0">
              <a:buNone/>
              <a:defRPr sz="1800"/>
            </a:pPr>
            <a:r>
              <a:rPr lang="ro-RO" sz="2800"/>
              <a:t>      (pe un eșantion de </a:t>
            </a:r>
          </a:p>
          <a:p>
            <a:pPr marL="0" indent="0">
              <a:buNone/>
              <a:defRPr sz="1800"/>
            </a:pPr>
            <a:r>
              <a:rPr lang="ro-RO" sz="2800"/>
              <a:t>       86 de mese)</a:t>
            </a:r>
            <a:endParaRPr lang="ro-RO"/>
          </a:p>
        </p:txBody>
      </p:sp>
      <p:sp>
        <p:nvSpPr>
          <p:cNvPr id="70" name="Shape 70"/>
          <p:cNvSpPr>
            <a:spLocks noGrp="1"/>
          </p:cNvSpPr>
          <p:nvPr>
            <p:ph type="sldNum" sz="quarter" idx="2"/>
          </p:nvPr>
        </p:nvSpPr>
        <p:spPr>
          <a:xfrm>
            <a:off x="60073" y="9341565"/>
            <a:ext cx="248358" cy="355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/>
            <a:fld id="{86CB4B4D-7CA3-9044-876B-883B54F8677D}" type="slidenum">
              <a:t>3</a:t>
            </a:fld>
            <a:endParaRPr/>
          </a:p>
        </p:txBody>
      </p:sp>
      <p:pic>
        <p:nvPicPr>
          <p:cNvPr id="3" name="Imagine 3" descr="O imagine care conține captură de ecran, pasăre&#10;&#10;Descriere generată automat">
            <a:extLst>
              <a:ext uri="{FF2B5EF4-FFF2-40B4-BE49-F238E27FC236}">
                <a16:creationId xmlns:a16="http://schemas.microsoft.com/office/drawing/2014/main" id="{E1DF63CB-B845-4601-BEB5-5F40FED54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594" y="2600099"/>
            <a:ext cx="7303058" cy="549262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defRPr sz="1800"/>
            </a:pPr>
            <a:r>
              <a:rPr lang="ro-RO" sz="7900"/>
              <a:t>1. Motivație (II)</a:t>
            </a:r>
            <a:endParaRPr sz="7900"/>
          </a:p>
        </p:txBody>
      </p:sp>
      <p:sp>
        <p:nvSpPr>
          <p:cNvPr id="69" name="Shape 6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>
              <a:defRPr sz="1800"/>
            </a:pPr>
            <a:endParaRPr lang="ro-RO" sz="2800"/>
          </a:p>
          <a:p>
            <a:pPr>
              <a:defRPr sz="1800"/>
            </a:pPr>
            <a:r>
              <a:rPr lang="ro-RO" sz="2800"/>
              <a:t> Sondaj realizat în </a:t>
            </a:r>
          </a:p>
          <a:p>
            <a:pPr marL="0" indent="0">
              <a:buNone/>
              <a:defRPr sz="1800"/>
            </a:pPr>
            <a:r>
              <a:rPr lang="ro-RO" sz="2800"/>
              <a:t>     SUA în anul 2016</a:t>
            </a:r>
          </a:p>
          <a:p>
            <a:pPr marL="0" indent="0">
              <a:buNone/>
              <a:defRPr sz="1800"/>
            </a:pPr>
            <a:r>
              <a:rPr lang="ro-RO" sz="2800"/>
              <a:t>     (pe un eșantion de </a:t>
            </a:r>
          </a:p>
          <a:p>
            <a:pPr marL="0" indent="0">
              <a:buNone/>
              <a:defRPr sz="1800"/>
            </a:pPr>
            <a:r>
              <a:rPr lang="ro-RO" sz="2800"/>
              <a:t>      502 de persoane)</a:t>
            </a:r>
          </a:p>
        </p:txBody>
      </p:sp>
      <p:sp>
        <p:nvSpPr>
          <p:cNvPr id="70" name="Shape 70"/>
          <p:cNvSpPr>
            <a:spLocks noGrp="1"/>
          </p:cNvSpPr>
          <p:nvPr>
            <p:ph type="sldNum" sz="quarter" idx="2"/>
          </p:nvPr>
        </p:nvSpPr>
        <p:spPr>
          <a:xfrm>
            <a:off x="60073" y="9341565"/>
            <a:ext cx="248358" cy="355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/>
            <a:fld id="{86CB4B4D-7CA3-9044-876B-883B54F8677D}" type="slidenum">
              <a:t>4</a:t>
            </a:fld>
            <a:endParaRPr/>
          </a:p>
        </p:txBody>
      </p:sp>
      <p:pic>
        <p:nvPicPr>
          <p:cNvPr id="2" name="Imagine 3" descr="O imagine care conține captură de ecran&#10;&#10;Descriere generată automat">
            <a:extLst>
              <a:ext uri="{FF2B5EF4-FFF2-40B4-BE49-F238E27FC236}">
                <a16:creationId xmlns:a16="http://schemas.microsoft.com/office/drawing/2014/main" id="{E7DD2C32-DC51-4052-AC70-0073BCC7C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3117" y="2098417"/>
            <a:ext cx="7630222" cy="7131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53789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defRPr sz="1800"/>
            </a:pPr>
            <a:r>
              <a:rPr lang="ro-RO" sz="7900"/>
              <a:t>2. Arhitectura aplicației (I)</a:t>
            </a:r>
            <a:endParaRPr sz="7900"/>
          </a:p>
        </p:txBody>
      </p:sp>
      <p:sp>
        <p:nvSpPr>
          <p:cNvPr id="70" name="Shape 70"/>
          <p:cNvSpPr>
            <a:spLocks noGrp="1"/>
          </p:cNvSpPr>
          <p:nvPr>
            <p:ph type="sldNum" sz="quarter" idx="2"/>
          </p:nvPr>
        </p:nvSpPr>
        <p:spPr>
          <a:xfrm>
            <a:off x="60073" y="9341565"/>
            <a:ext cx="248358" cy="355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/>
            <a:fld id="{86CB4B4D-7CA3-9044-876B-883B54F8677D}" type="slidenum">
              <a:t>5</a:t>
            </a:fld>
            <a:endParaRPr/>
          </a:p>
        </p:txBody>
      </p:sp>
      <p:pic>
        <p:nvPicPr>
          <p:cNvPr id="3" name="Imagine 3" descr="O imagine care conține text, hartă&#10;&#10;Descriere generată automat">
            <a:extLst>
              <a:ext uri="{FF2B5EF4-FFF2-40B4-BE49-F238E27FC236}">
                <a16:creationId xmlns:a16="http://schemas.microsoft.com/office/drawing/2014/main" id="{2A7C9D8B-BF62-4A6D-BDFF-799DEC207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794" y="2175101"/>
            <a:ext cx="13007992" cy="6981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05564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pPr>
              <a:defRPr sz="1800"/>
            </a:pPr>
            <a:r>
              <a:rPr lang="ro-RO" sz="7900"/>
              <a:t>2. Arhitectura aplicației (II)</a:t>
            </a:r>
            <a:endParaRPr sz="7900"/>
          </a:p>
        </p:txBody>
      </p:sp>
      <p:sp>
        <p:nvSpPr>
          <p:cNvPr id="70" name="Shape 70"/>
          <p:cNvSpPr>
            <a:spLocks noGrp="1"/>
          </p:cNvSpPr>
          <p:nvPr>
            <p:ph type="sldNum" sz="quarter" idx="2"/>
          </p:nvPr>
        </p:nvSpPr>
        <p:spPr>
          <a:xfrm>
            <a:off x="60073" y="9341565"/>
            <a:ext cx="248358" cy="355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/>
            <a:fld id="{86CB4B4D-7CA3-9044-876B-883B54F8677D}" type="slidenum">
              <a:t>6</a:t>
            </a:fld>
            <a:endParaRPr/>
          </a:p>
        </p:txBody>
      </p:sp>
      <p:pic>
        <p:nvPicPr>
          <p:cNvPr id="2" name="Imagine 3" descr="O imagine care conține captură de ecran&#10;&#10;Descriere generată automat">
            <a:extLst>
              <a:ext uri="{FF2B5EF4-FFF2-40B4-BE49-F238E27FC236}">
                <a16:creationId xmlns:a16="http://schemas.microsoft.com/office/drawing/2014/main" id="{2B89B03A-CD0F-45BF-B6AB-87E6A15BF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7402" y="2673637"/>
            <a:ext cx="8468582" cy="5672984"/>
          </a:xfrm>
          <a:prstGeom prst="rect">
            <a:avLst/>
          </a:prstGeom>
        </p:spPr>
      </p:pic>
      <p:sp>
        <p:nvSpPr>
          <p:cNvPr id="4" name="Shape 68">
            <a:extLst>
              <a:ext uri="{FF2B5EF4-FFF2-40B4-BE49-F238E27FC236}">
                <a16:creationId xmlns:a16="http://schemas.microsoft.com/office/drawing/2014/main" id="{F4A509A9-645B-4E05-A001-58825D53D067}"/>
              </a:ext>
            </a:extLst>
          </p:cNvPr>
          <p:cNvSpPr txBox="1">
            <a:spLocks/>
          </p:cNvSpPr>
          <p:nvPr/>
        </p:nvSpPr>
        <p:spPr>
          <a:xfrm>
            <a:off x="310041" y="3796714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 fontScale="97500"/>
          </a:bodyPr>
          <a:lstStyle>
            <a:lvl1pPr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  <a:lvl2pPr indent="2286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2pPr>
            <a:lvl3pPr indent="4572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3pPr>
            <a:lvl4pPr indent="6858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4pPr>
            <a:lvl5pPr indent="9144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5pPr>
            <a:lvl6pPr indent="11430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6pPr>
            <a:lvl7pPr indent="13716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7pPr>
            <a:lvl8pPr indent="16002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8pPr>
            <a:lvl9pPr indent="18288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9pPr>
          </a:lstStyle>
          <a:p>
            <a:pPr marL="457200" indent="-457200" algn="l">
              <a:buFont typeface="Arial"/>
              <a:buChar char="•"/>
              <a:defRPr sz="1800"/>
            </a:pPr>
            <a:r>
              <a:rPr lang="ro-RO" sz="2800"/>
              <a:t>Diagrama bazei de date</a:t>
            </a:r>
          </a:p>
        </p:txBody>
      </p:sp>
    </p:spTree>
    <p:extLst>
      <p:ext uri="{BB962C8B-B14F-4D97-AF65-F5344CB8AC3E}">
        <p14:creationId xmlns:p14="http://schemas.microsoft.com/office/powerpoint/2010/main" val="289910787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pPr>
              <a:defRPr sz="1800"/>
            </a:pPr>
            <a:r>
              <a:rPr lang="ro-RO" sz="7900"/>
              <a:t>2. Arhitectura aplicației (III)</a:t>
            </a:r>
            <a:endParaRPr sz="7900"/>
          </a:p>
        </p:txBody>
      </p:sp>
      <p:sp>
        <p:nvSpPr>
          <p:cNvPr id="70" name="Shape 70"/>
          <p:cNvSpPr>
            <a:spLocks noGrp="1"/>
          </p:cNvSpPr>
          <p:nvPr>
            <p:ph type="sldNum" sz="quarter" idx="2"/>
          </p:nvPr>
        </p:nvSpPr>
        <p:spPr>
          <a:xfrm>
            <a:off x="60073" y="9341565"/>
            <a:ext cx="248358" cy="355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/>
            <a:fld id="{86CB4B4D-7CA3-9044-876B-883B54F8677D}" type="slidenum">
              <a:t>7</a:t>
            </a:fld>
            <a:endParaRPr/>
          </a:p>
        </p:txBody>
      </p:sp>
      <p:sp>
        <p:nvSpPr>
          <p:cNvPr id="4" name="Shape 68">
            <a:extLst>
              <a:ext uri="{FF2B5EF4-FFF2-40B4-BE49-F238E27FC236}">
                <a16:creationId xmlns:a16="http://schemas.microsoft.com/office/drawing/2014/main" id="{F4A509A9-645B-4E05-A001-58825D53D067}"/>
              </a:ext>
            </a:extLst>
          </p:cNvPr>
          <p:cNvSpPr txBox="1">
            <a:spLocks/>
          </p:cNvSpPr>
          <p:nvPr/>
        </p:nvSpPr>
        <p:spPr>
          <a:xfrm>
            <a:off x="310041" y="3796714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 fontScale="97500"/>
          </a:bodyPr>
          <a:lstStyle>
            <a:lvl1pPr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  <a:lvl2pPr indent="2286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2pPr>
            <a:lvl3pPr indent="4572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3pPr>
            <a:lvl4pPr indent="6858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4pPr>
            <a:lvl5pPr indent="9144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5pPr>
            <a:lvl6pPr indent="11430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6pPr>
            <a:lvl7pPr indent="13716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7pPr>
            <a:lvl8pPr indent="16002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8pPr>
            <a:lvl9pPr indent="18288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9pPr>
          </a:lstStyle>
          <a:p>
            <a:pPr marL="457200" indent="-457200" algn="l">
              <a:buFont typeface="Arial"/>
              <a:buChar char="•"/>
              <a:defRPr sz="1800"/>
            </a:pPr>
            <a:r>
              <a:rPr lang="ro-RO" sz="2800"/>
              <a:t>Diagrama de clase</a:t>
            </a:r>
          </a:p>
        </p:txBody>
      </p:sp>
      <p:pic>
        <p:nvPicPr>
          <p:cNvPr id="3" name="Imagine 4">
            <a:extLst>
              <a:ext uri="{FF2B5EF4-FFF2-40B4-BE49-F238E27FC236}">
                <a16:creationId xmlns:a16="http://schemas.microsoft.com/office/drawing/2014/main" id="{BF191CF2-60BF-4278-A5EC-A5F299558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104" y="2178569"/>
            <a:ext cx="9309736" cy="6729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98636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defRPr sz="1800"/>
            </a:pPr>
            <a:r>
              <a:rPr lang="ro-RO" sz="7900"/>
              <a:t>3. Algoritmi folosiți </a:t>
            </a:r>
            <a:endParaRPr sz="7900"/>
          </a:p>
        </p:txBody>
      </p:sp>
      <p:sp>
        <p:nvSpPr>
          <p:cNvPr id="70" name="Shape 70"/>
          <p:cNvSpPr>
            <a:spLocks noGrp="1"/>
          </p:cNvSpPr>
          <p:nvPr>
            <p:ph type="sldNum" sz="quarter" idx="2"/>
          </p:nvPr>
        </p:nvSpPr>
        <p:spPr>
          <a:xfrm>
            <a:off x="60073" y="9341565"/>
            <a:ext cx="248358" cy="355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/>
            <a:fld id="{86CB4B4D-7CA3-9044-876B-883B54F8677D}" type="slidenum">
              <a:t>8</a:t>
            </a:fld>
            <a:endParaRPr/>
          </a:p>
        </p:txBody>
      </p:sp>
      <p:sp>
        <p:nvSpPr>
          <p:cNvPr id="4" name="Shape 68">
            <a:extLst>
              <a:ext uri="{FF2B5EF4-FFF2-40B4-BE49-F238E27FC236}">
                <a16:creationId xmlns:a16="http://schemas.microsoft.com/office/drawing/2014/main" id="{F4A509A9-645B-4E05-A001-58825D53D067}"/>
              </a:ext>
            </a:extLst>
          </p:cNvPr>
          <p:cNvSpPr txBox="1">
            <a:spLocks/>
          </p:cNvSpPr>
          <p:nvPr/>
        </p:nvSpPr>
        <p:spPr>
          <a:xfrm>
            <a:off x="711859" y="2872534"/>
            <a:ext cx="11988326" cy="59958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t">
            <a:normAutofit fontScale="97500"/>
          </a:bodyPr>
          <a:lstStyle>
            <a:lvl1pPr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  <a:lvl2pPr indent="2286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2pPr>
            <a:lvl3pPr indent="4572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3pPr>
            <a:lvl4pPr indent="6858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4pPr>
            <a:lvl5pPr indent="9144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5pPr>
            <a:lvl6pPr indent="11430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6pPr>
            <a:lvl7pPr indent="13716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7pPr>
            <a:lvl8pPr indent="16002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8pPr>
            <a:lvl9pPr indent="18288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9pPr>
          </a:lstStyle>
          <a:p>
            <a:pPr algn="l">
              <a:defRPr sz="1800"/>
            </a:pPr>
            <a:endParaRPr lang="ro-RO" sz="2800">
              <a:solidFill>
                <a:srgbClr val="000000"/>
              </a:solidFill>
            </a:endParaRPr>
          </a:p>
        </p:txBody>
      </p:sp>
      <p:sp>
        <p:nvSpPr>
          <p:cNvPr id="2" name="Shape 82">
            <a:extLst>
              <a:ext uri="{FF2B5EF4-FFF2-40B4-BE49-F238E27FC236}">
                <a16:creationId xmlns:a16="http://schemas.microsoft.com/office/drawing/2014/main" id="{2CD80759-8E2F-4B06-9A3A-2A0FF18A6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3318" y="2535725"/>
            <a:ext cx="10716118" cy="7779025"/>
          </a:xfrm>
          <a:prstGeom prst="rect">
            <a:avLst/>
          </a:prstGeom>
        </p:spPr>
        <p:txBody>
          <a:bodyPr lIns="0" tIns="0" rIns="0" bIns="0" anchor="t">
            <a:normAutofit fontScale="85000" lnSpcReduction="10000"/>
          </a:bodyPr>
          <a:lstStyle/>
          <a:p>
            <a:pPr>
              <a:buFont typeface="Arial"/>
              <a:buChar char="•"/>
              <a:defRPr sz="1800"/>
            </a:pPr>
            <a:r>
              <a:rPr lang="ro-RO" sz="4000" err="1">
                <a:solidFill>
                  <a:srgbClr val="000000"/>
                </a:solidFill>
              </a:rPr>
              <a:t>Dijkstra</a:t>
            </a:r>
            <a:endParaRPr lang="ro-RO" sz="4000">
              <a:solidFill>
                <a:srgbClr val="000000"/>
              </a:solidFill>
            </a:endParaRPr>
          </a:p>
          <a:p>
            <a:pPr lvl="1">
              <a:buFont typeface="Courier New,monospace"/>
              <a:buChar char="o"/>
              <a:defRPr sz="1800"/>
            </a:pPr>
            <a:r>
              <a:rPr lang="ro-RO" sz="4000">
                <a:solidFill>
                  <a:srgbClr val="000000"/>
                </a:solidFill>
              </a:rPr>
              <a:t>cel mai scurt drum – costul unei muchii (km)</a:t>
            </a:r>
            <a:endParaRPr lang="ro-RO" sz="4000"/>
          </a:p>
          <a:p>
            <a:pPr lvl="1">
              <a:buFont typeface="Courier New,monospace"/>
              <a:buChar char="o"/>
              <a:defRPr sz="1800"/>
            </a:pPr>
            <a:r>
              <a:rPr lang="ro-RO" sz="4000">
                <a:solidFill>
                  <a:srgbClr val="000000"/>
                </a:solidFill>
              </a:rPr>
              <a:t>cel mai ieftin drum – costul unei muchii (preț transport + preț produs raportat la cantitate)</a:t>
            </a:r>
            <a:endParaRPr lang="en-US" sz="4000"/>
          </a:p>
          <a:p>
            <a:pPr lvl="1">
              <a:buFont typeface="Courier New,monospace"/>
              <a:buChar char="o"/>
              <a:defRPr sz="1800"/>
            </a:pPr>
            <a:r>
              <a:rPr lang="ro-RO" sz="4000"/>
              <a:t>cel mai rapid drum – costul unei muchii (min)</a:t>
            </a:r>
          </a:p>
          <a:p>
            <a:pPr>
              <a:buFont typeface="Arial"/>
              <a:buChar char="•"/>
              <a:defRPr sz="1800"/>
            </a:pPr>
            <a:r>
              <a:rPr lang="ro-RO" sz="4000">
                <a:solidFill>
                  <a:srgbClr val="000000"/>
                </a:solidFill>
              </a:rPr>
              <a:t>A* folosit pentru cazul limită</a:t>
            </a:r>
          </a:p>
          <a:p>
            <a:pPr lvl="1">
              <a:buFont typeface="Courier New"/>
              <a:buChar char="o"/>
              <a:defRPr sz="1800"/>
            </a:pPr>
            <a:endParaRPr lang="ro-RO" sz="3500"/>
          </a:p>
          <a:p>
            <a:pPr lvl="1">
              <a:buFont typeface="Courier New"/>
              <a:buChar char="o"/>
              <a:defRPr sz="1800"/>
            </a:pPr>
            <a:endParaRPr lang="ro-RO" sz="3500">
              <a:solidFill>
                <a:srgbClr val="000000"/>
              </a:solidFill>
            </a:endParaRPr>
          </a:p>
          <a:p>
            <a:pPr marL="1778000" lvl="4" indent="0">
              <a:buNone/>
              <a:defRPr sz="1800"/>
            </a:pPr>
            <a:r>
              <a:rPr lang="ro-RO" sz="3500">
                <a:solidFill>
                  <a:srgbClr val="000000"/>
                </a:solidFill>
              </a:rPr>
              <a:t>  </a:t>
            </a:r>
          </a:p>
        </p:txBody>
      </p:sp>
    </p:spTree>
    <p:extLst>
      <p:ext uri="{BB962C8B-B14F-4D97-AF65-F5344CB8AC3E}">
        <p14:creationId xmlns:p14="http://schemas.microsoft.com/office/powerpoint/2010/main" val="193234176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>
            <a:spLocks noGrp="1"/>
          </p:cNvSpPr>
          <p:nvPr>
            <p:ph type="title"/>
          </p:nvPr>
        </p:nvSpPr>
        <p:spPr>
          <a:xfrm>
            <a:off x="952500" y="444500"/>
            <a:ext cx="11099800" cy="1492605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defRPr sz="1800"/>
            </a:pPr>
            <a:r>
              <a:rPr lang="ro-RO" sz="6500"/>
              <a:t>4. Evaluarea performanțelor (I)</a:t>
            </a:r>
            <a:endParaRPr sz="6500"/>
          </a:p>
        </p:txBody>
      </p:sp>
      <p:sp>
        <p:nvSpPr>
          <p:cNvPr id="70" name="Shape 70"/>
          <p:cNvSpPr>
            <a:spLocks noGrp="1"/>
          </p:cNvSpPr>
          <p:nvPr>
            <p:ph type="sldNum" sz="quarter" idx="2"/>
          </p:nvPr>
        </p:nvSpPr>
        <p:spPr>
          <a:xfrm>
            <a:off x="60073" y="9341565"/>
            <a:ext cx="248358" cy="355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/>
            <a:fld id="{86CB4B4D-7CA3-9044-876B-883B54F8677D}" type="slidenum">
              <a:t>9</a:t>
            </a:fld>
            <a:endParaRPr/>
          </a:p>
        </p:txBody>
      </p:sp>
      <p:sp>
        <p:nvSpPr>
          <p:cNvPr id="4" name="Shape 68">
            <a:extLst>
              <a:ext uri="{FF2B5EF4-FFF2-40B4-BE49-F238E27FC236}">
                <a16:creationId xmlns:a16="http://schemas.microsoft.com/office/drawing/2014/main" id="{F4A509A9-645B-4E05-A001-58825D53D067}"/>
              </a:ext>
            </a:extLst>
          </p:cNvPr>
          <p:cNvSpPr txBox="1">
            <a:spLocks/>
          </p:cNvSpPr>
          <p:nvPr/>
        </p:nvSpPr>
        <p:spPr>
          <a:xfrm>
            <a:off x="711859" y="2872534"/>
            <a:ext cx="11988326" cy="59958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t">
            <a:normAutofit fontScale="97500"/>
          </a:bodyPr>
          <a:lstStyle>
            <a:lvl1pPr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  <a:lvl2pPr indent="2286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2pPr>
            <a:lvl3pPr indent="4572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3pPr>
            <a:lvl4pPr indent="6858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4pPr>
            <a:lvl5pPr indent="9144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5pPr>
            <a:lvl6pPr indent="11430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6pPr>
            <a:lvl7pPr indent="13716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7pPr>
            <a:lvl8pPr indent="16002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8pPr>
            <a:lvl9pPr indent="18288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9pPr>
          </a:lstStyle>
          <a:p>
            <a:pPr algn="l">
              <a:defRPr sz="1800"/>
            </a:pPr>
            <a:endParaRPr lang="ro-RO" sz="2800">
              <a:solidFill>
                <a:srgbClr val="000000"/>
              </a:solidFill>
            </a:endParaRPr>
          </a:p>
        </p:txBody>
      </p:sp>
      <p:pic>
        <p:nvPicPr>
          <p:cNvPr id="3" name="Imagine 4">
            <a:extLst>
              <a:ext uri="{FF2B5EF4-FFF2-40B4-BE49-F238E27FC236}">
                <a16:creationId xmlns:a16="http://schemas.microsoft.com/office/drawing/2014/main" id="{1C8F8DCB-9A9B-4C78-B34F-7D64B2B9E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559" y="2202994"/>
            <a:ext cx="11103430" cy="5694731"/>
          </a:xfrm>
          <a:prstGeom prst="rect">
            <a:avLst/>
          </a:prstGeom>
        </p:spPr>
      </p:pic>
      <p:sp>
        <p:nvSpPr>
          <p:cNvPr id="5" name="Shape 82">
            <a:extLst>
              <a:ext uri="{FF2B5EF4-FFF2-40B4-BE49-F238E27FC236}">
                <a16:creationId xmlns:a16="http://schemas.microsoft.com/office/drawing/2014/main" id="{D52C5580-5A24-4912-BC47-1254CC6F6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2956" y="5227903"/>
            <a:ext cx="10716118" cy="6405849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/>
            </a:pPr>
            <a:r>
              <a:rPr lang="ro-RO" sz="2000"/>
              <a:t>Timpii medii de rulare (s) pentru 3 variante intermediare și varianta finală a aplicației: varianta 1 – 2,18 s, varianta 2 – 3,92 s, varianta 3 – 4,59 s, varianta 4 – 7,46s 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50673317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>
            <a:spLocks noGrp="1"/>
          </p:cNvSpPr>
          <p:nvPr>
            <p:ph type="title"/>
          </p:nvPr>
        </p:nvSpPr>
        <p:spPr>
          <a:xfrm>
            <a:off x="952500" y="444500"/>
            <a:ext cx="11099800" cy="1492605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defRPr sz="1800"/>
            </a:pPr>
            <a:r>
              <a:rPr lang="ro-RO" sz="6500"/>
              <a:t>4. Evaluarea performanțelor (II)</a:t>
            </a:r>
            <a:endParaRPr sz="6500"/>
          </a:p>
        </p:txBody>
      </p:sp>
      <p:sp>
        <p:nvSpPr>
          <p:cNvPr id="70" name="Shape 70"/>
          <p:cNvSpPr>
            <a:spLocks noGrp="1"/>
          </p:cNvSpPr>
          <p:nvPr>
            <p:ph type="sldNum" sz="quarter" idx="2"/>
          </p:nvPr>
        </p:nvSpPr>
        <p:spPr>
          <a:xfrm>
            <a:off x="60073" y="9341565"/>
            <a:ext cx="248358" cy="355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/>
            <a:fld id="{86CB4B4D-7CA3-9044-876B-883B54F8677D}" type="slidenum">
              <a:t>10</a:t>
            </a:fld>
            <a:endParaRPr/>
          </a:p>
        </p:txBody>
      </p:sp>
      <p:sp>
        <p:nvSpPr>
          <p:cNvPr id="4" name="Shape 68">
            <a:extLst>
              <a:ext uri="{FF2B5EF4-FFF2-40B4-BE49-F238E27FC236}">
                <a16:creationId xmlns:a16="http://schemas.microsoft.com/office/drawing/2014/main" id="{F4A509A9-645B-4E05-A001-58825D53D067}"/>
              </a:ext>
            </a:extLst>
          </p:cNvPr>
          <p:cNvSpPr txBox="1">
            <a:spLocks/>
          </p:cNvSpPr>
          <p:nvPr/>
        </p:nvSpPr>
        <p:spPr>
          <a:xfrm>
            <a:off x="711859" y="2872534"/>
            <a:ext cx="11988326" cy="59958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t">
            <a:normAutofit fontScale="97500"/>
          </a:bodyPr>
          <a:lstStyle>
            <a:lvl1pPr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  <a:lvl2pPr indent="2286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2pPr>
            <a:lvl3pPr indent="4572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3pPr>
            <a:lvl4pPr indent="6858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4pPr>
            <a:lvl5pPr indent="9144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5pPr>
            <a:lvl6pPr indent="11430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6pPr>
            <a:lvl7pPr indent="13716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7pPr>
            <a:lvl8pPr indent="16002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8pPr>
            <a:lvl9pPr indent="1828800" algn="ctr" defTabSz="584200">
              <a:defRPr sz="8000">
                <a:latin typeface="Franklin Gothic Book"/>
                <a:ea typeface="Franklin Gothic Book"/>
                <a:cs typeface="Franklin Gothic Book"/>
                <a:sym typeface="Franklin Gothic Book"/>
              </a:defRPr>
            </a:lvl9pPr>
          </a:lstStyle>
          <a:p>
            <a:pPr algn="l">
              <a:defRPr sz="1800"/>
            </a:pPr>
            <a:endParaRPr lang="ro-RO" sz="2800">
              <a:solidFill>
                <a:srgbClr val="000000"/>
              </a:solidFill>
            </a:endParaRPr>
          </a:p>
        </p:txBody>
      </p:sp>
      <p:sp>
        <p:nvSpPr>
          <p:cNvPr id="5" name="Shape 82">
            <a:extLst>
              <a:ext uri="{FF2B5EF4-FFF2-40B4-BE49-F238E27FC236}">
                <a16:creationId xmlns:a16="http://schemas.microsoft.com/office/drawing/2014/main" id="{D52C5580-5A24-4912-BC47-1254CC6F6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2955" y="5710084"/>
            <a:ext cx="10716118" cy="6405849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/>
            </a:pPr>
            <a:r>
              <a:rPr lang="ro-RO" sz="2200"/>
              <a:t>Timpii (ms) în care se </a:t>
            </a:r>
            <a:r>
              <a:rPr lang="ro-RO" sz="2200" err="1"/>
              <a:t>updatează</a:t>
            </a:r>
            <a:r>
              <a:rPr lang="ro-RO" sz="2200"/>
              <a:t> baza de date pentru 4 variante de chat: varianta 1 – 0.02 ms, varianta 2 – 0.05 ms, varianta 3 – 0.09 ms, varianta 4 – 0.21 ms</a:t>
            </a:r>
            <a:endParaRPr sz="2200" err="1"/>
          </a:p>
        </p:txBody>
      </p:sp>
      <p:pic>
        <p:nvPicPr>
          <p:cNvPr id="2" name="Imagine 5" descr="O imagine care conține captură de ecran&#10;&#10;Descriere generată automat">
            <a:extLst>
              <a:ext uri="{FF2B5EF4-FFF2-40B4-BE49-F238E27FC236}">
                <a16:creationId xmlns:a16="http://schemas.microsoft.com/office/drawing/2014/main" id="{B0047CA8-FF10-4B29-95B5-68AE9F6E5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854" y="2193121"/>
            <a:ext cx="10235095" cy="628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61774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/>
          <p:nvPr/>
        </p:nvSpPr>
        <p:spPr>
          <a:xfrm>
            <a:off x="1270000" y="7062046"/>
            <a:ext cx="10464800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spAutoFit/>
          </a:bodyPr>
          <a:lstStyle/>
          <a:p>
            <a:pPr lvl="0">
              <a:defRPr sz="1800"/>
            </a:pPr>
            <a:endParaRPr lang="ro-RO" sz="3800"/>
          </a:p>
        </p:txBody>
      </p:sp>
      <p:sp>
        <p:nvSpPr>
          <p:cNvPr id="98" name="Shape 98"/>
          <p:cNvSpPr/>
          <p:nvPr/>
        </p:nvSpPr>
        <p:spPr>
          <a:xfrm>
            <a:off x="1270000" y="1338217"/>
            <a:ext cx="10464800" cy="877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000"/>
            </a:lvl1pPr>
          </a:lstStyle>
          <a:p>
            <a:pPr>
              <a:defRPr sz="1800"/>
            </a:pPr>
            <a:r>
              <a:rPr lang="ro-RO" sz="5700"/>
              <a:t>Mulțumesc pentru atenție!</a:t>
            </a:r>
          </a:p>
        </p:txBody>
      </p: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Franklin Gothic Book"/>
            <a:ea typeface="Franklin Gothic Book"/>
            <a:cs typeface="Franklin Gothic Book"/>
            <a:sym typeface="Franklin Gothic Boo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Franklin Gothic Book"/>
            <a:ea typeface="Franklin Gothic Book"/>
            <a:cs typeface="Franklin Gothic Book"/>
            <a:sym typeface="Franklin Gothic Boo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White</vt:lpstr>
      <vt:lpstr>Sistem SmartMix pentru rețete și ingrediente</vt:lpstr>
      <vt:lpstr>Cuprins</vt:lpstr>
      <vt:lpstr>1. Motivație (I)</vt:lpstr>
      <vt:lpstr>1. Motivație (II)</vt:lpstr>
      <vt:lpstr>2. Arhitectura aplicației (I)</vt:lpstr>
      <vt:lpstr>2. Arhitectura aplicației (II)</vt:lpstr>
      <vt:lpstr>2. Arhitectura aplicației (III)</vt:lpstr>
      <vt:lpstr>3. Algoritmi folosiți </vt:lpstr>
      <vt:lpstr>4. Evaluarea performanțelor (I)</vt:lpstr>
      <vt:lpstr>4. Evaluarea performanțelor (II)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 Title</dc:title>
  <cp:revision>56</cp:revision>
  <dcterms:modified xsi:type="dcterms:W3CDTF">2020-11-08T17:47:48Z</dcterms:modified>
</cp:coreProperties>
</file>